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3" r:id="rId8"/>
    <p:sldId id="261"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UAS SISTEM TERDISTRIBUSI</a:t>
            </a:r>
          </a:p>
        </p:txBody>
      </p:sp>
      <p:sp>
        <p:nvSpPr>
          <p:cNvPr id="3" name="Subtitle 2"/>
          <p:cNvSpPr>
            <a:spLocks noGrp="1"/>
          </p:cNvSpPr>
          <p:nvPr>
            <p:ph type="subTitle" idx="1"/>
          </p:nvPr>
        </p:nvSpPr>
        <p:spPr/>
        <p:txBody>
          <a:bodyPr/>
          <a:lstStyle/>
          <a:p>
            <a:r>
              <a:t>Mahesa Dias Saputra (217064516066)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TUGAS</a:t>
            </a:r>
          </a:p>
        </p:txBody>
      </p:sp>
      <p:sp>
        <p:nvSpPr>
          <p:cNvPr id="3" name="Content Placeholder 2"/>
          <p:cNvSpPr>
            <a:spLocks noGrp="1"/>
          </p:cNvSpPr>
          <p:nvPr>
            <p:ph idx="1"/>
          </p:nvPr>
        </p:nvSpPr>
        <p:spPr/>
        <p:txBody>
          <a:bodyPr/>
          <a:lstStyle/>
          <a:p>
            <a:r>
              <a:t>Unduh Citra Landsat 8, lalu klasifikasi tiap kelas pada citra menggunakan QGIS.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QGIS?</a:t>
            </a:r>
          </a:p>
        </p:txBody>
      </p:sp>
      <p:sp>
        <p:nvSpPr>
          <p:cNvPr id="3" name="Content Placeholder 2"/>
          <p:cNvSpPr>
            <a:spLocks noGrp="1"/>
          </p:cNvSpPr>
          <p:nvPr>
            <p:ph idx="1"/>
          </p:nvPr>
        </p:nvSpPr>
        <p:spPr/>
        <p:txBody>
          <a:bodyPr>
            <a:normAutofit/>
          </a:bodyPr>
          <a:lstStyle/>
          <a:p>
            <a:pPr algn="just"/>
            <a:r>
              <a:rPr lang="en-US" dirty="0" err="1"/>
              <a:t>Perangkat</a:t>
            </a:r>
            <a:r>
              <a:rPr lang="en-US" dirty="0"/>
              <a:t> </a:t>
            </a:r>
            <a:r>
              <a:rPr lang="en-US" dirty="0" err="1"/>
              <a:t>lunak</a:t>
            </a:r>
            <a:r>
              <a:rPr lang="en-US" dirty="0"/>
              <a:t> </a:t>
            </a:r>
            <a:r>
              <a:rPr lang="en-US" dirty="0" err="1"/>
              <a:t>Sistem</a:t>
            </a:r>
            <a:r>
              <a:rPr lang="en-US" dirty="0"/>
              <a:t> </a:t>
            </a:r>
            <a:r>
              <a:rPr lang="en-US" dirty="0" err="1"/>
              <a:t>Informasi</a:t>
            </a:r>
            <a:r>
              <a:rPr lang="en-US" dirty="0"/>
              <a:t> </a:t>
            </a:r>
            <a:r>
              <a:rPr lang="en-US" dirty="0" err="1"/>
              <a:t>Geografis</a:t>
            </a:r>
            <a:r>
              <a:rPr lang="en-US" dirty="0"/>
              <a:t> (SIG) </a:t>
            </a:r>
            <a:r>
              <a:rPr lang="en-US" dirty="0" err="1"/>
              <a:t>berbasis</a:t>
            </a:r>
            <a:r>
              <a:rPr lang="en-US" dirty="0"/>
              <a:t> open-source dan multi-platform yang </a:t>
            </a:r>
            <a:r>
              <a:rPr lang="en-US" dirty="0" err="1"/>
              <a:t>digunakan</a:t>
            </a:r>
            <a:r>
              <a:rPr lang="en-US" dirty="0"/>
              <a:t> </a:t>
            </a:r>
            <a:r>
              <a:rPr lang="en-US" dirty="0" err="1"/>
              <a:t>untuk</a:t>
            </a:r>
            <a:r>
              <a:rPr lang="en-US" dirty="0"/>
              <a:t> </a:t>
            </a:r>
            <a:r>
              <a:rPr lang="en-US" dirty="0" err="1"/>
              <a:t>mengelola</a:t>
            </a:r>
            <a:r>
              <a:rPr lang="en-US" dirty="0"/>
              <a:t>, </a:t>
            </a:r>
            <a:r>
              <a:rPr lang="en-US" dirty="0" err="1"/>
              <a:t>menganalisis</a:t>
            </a:r>
            <a:r>
              <a:rPr lang="en-US" dirty="0"/>
              <a:t>, dan </a:t>
            </a:r>
            <a:r>
              <a:rPr lang="en-US" dirty="0" err="1"/>
              <a:t>memvisualisasikan</a:t>
            </a:r>
            <a:r>
              <a:rPr lang="en-US" dirty="0"/>
              <a:t> data </a:t>
            </a:r>
            <a:r>
              <a:rPr lang="en-US" dirty="0" err="1"/>
              <a:t>geospasial</a:t>
            </a:r>
            <a:r>
              <a:rPr lang="en-US" dirty="0"/>
              <a:t>.</a:t>
            </a:r>
            <a:endParaRPr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Landsat 8 OLI/TIRS</a:t>
            </a:r>
          </a:p>
        </p:txBody>
      </p:sp>
      <p:sp>
        <p:nvSpPr>
          <p:cNvPr id="3" name="Content Placeholder 2"/>
          <p:cNvSpPr>
            <a:spLocks noGrp="1"/>
          </p:cNvSpPr>
          <p:nvPr>
            <p:ph idx="1"/>
          </p:nvPr>
        </p:nvSpPr>
        <p:spPr/>
        <p:txBody>
          <a:bodyPr/>
          <a:lstStyle/>
          <a:p>
            <a:r>
              <a:t>Landsat 8 merupakan satelit yang merekam citra bumi.</a:t>
            </a:r>
          </a:p>
          <a:p>
            <a:r>
              <a:t>Menyediakan akuisisi data multispektral dengan resolusi sedang secara global.</a:t>
            </a:r>
          </a:p>
          <a:p>
            <a:r>
              <a:t>Resolusi piksel 28.5m, menangkap citra selebar 185km.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Tahapan</a:t>
            </a:r>
          </a:p>
        </p:txBody>
      </p:sp>
      <p:sp>
        <p:nvSpPr>
          <p:cNvPr id="3" name="Content Placeholder 2"/>
          <p:cNvSpPr>
            <a:spLocks noGrp="1"/>
          </p:cNvSpPr>
          <p:nvPr>
            <p:ph idx="1"/>
          </p:nvPr>
        </p:nvSpPr>
        <p:spPr/>
        <p:txBody>
          <a:bodyPr/>
          <a:lstStyle/>
          <a:p>
            <a:r>
              <a:t>1. Menyediakan Layer Raster (B1-B7)</a:t>
            </a:r>
          </a:p>
          <a:p>
            <a:r>
              <a:t>2. Menginput Raster ke QGIS</a:t>
            </a:r>
          </a:p>
          <a:p>
            <a:r>
              <a:t>3. Memproses Raster menggunakan SCP (Semi-Automatic Classification)</a:t>
            </a:r>
          </a:p>
          <a:p>
            <a:r>
              <a:t>4. Memilih area yang diklasifikasi, lalu mengonversi gambar</a:t>
            </a:r>
          </a:p>
          <a:p>
            <a:r>
              <a:t>5. Mengklasifikasi gambar menggunakan SCP.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D543F-26C1-7884-827B-139EC0E80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FC2AC-9358-917A-1A8B-A0D340B03C02}"/>
              </a:ext>
            </a:extLst>
          </p:cNvPr>
          <p:cNvSpPr>
            <a:spLocks noGrp="1"/>
          </p:cNvSpPr>
          <p:nvPr>
            <p:ph type="title"/>
          </p:nvPr>
        </p:nvSpPr>
        <p:spPr>
          <a:xfrm>
            <a:off x="457200" y="2654044"/>
            <a:ext cx="8229600" cy="1143000"/>
          </a:xfrm>
        </p:spPr>
        <p:txBody>
          <a:bodyPr/>
          <a:lstStyle/>
          <a:p>
            <a:r>
              <a:rPr lang="en-US" dirty="0" err="1"/>
              <a:t>Berikut</a:t>
            </a:r>
            <a:r>
              <a:rPr lang="en-US" dirty="0"/>
              <a:t> </a:t>
            </a:r>
            <a:r>
              <a:rPr lang="en-US" dirty="0" err="1"/>
              <a:t>adalah</a:t>
            </a:r>
            <a:r>
              <a:rPr lang="en-US" dirty="0"/>
              <a:t> video </a:t>
            </a:r>
            <a:r>
              <a:rPr lang="en-US" dirty="0" err="1"/>
              <a:t>tahapannya</a:t>
            </a:r>
            <a:endParaRPr dirty="0"/>
          </a:p>
        </p:txBody>
      </p:sp>
    </p:spTree>
    <p:extLst>
      <p:ext uri="{BB962C8B-B14F-4D97-AF65-F5344CB8AC3E}">
        <p14:creationId xmlns:p14="http://schemas.microsoft.com/office/powerpoint/2010/main" val="157299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3957-1105-6D1E-45CD-C3AD951EC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5CEF9-6ACC-42ED-F40B-E22EF82974B1}"/>
              </a:ext>
            </a:extLst>
          </p:cNvPr>
          <p:cNvSpPr>
            <a:spLocks noGrp="1"/>
          </p:cNvSpPr>
          <p:nvPr>
            <p:ph type="title"/>
          </p:nvPr>
        </p:nvSpPr>
        <p:spPr>
          <a:xfrm>
            <a:off x="457200" y="2654044"/>
            <a:ext cx="8229600" cy="1143000"/>
          </a:xfrm>
        </p:spPr>
        <p:txBody>
          <a:bodyPr>
            <a:normAutofit fontScale="90000"/>
          </a:bodyPr>
          <a:lstStyle/>
          <a:p>
            <a:r>
              <a:rPr lang="en-US" dirty="0"/>
              <a:t>Hasil </a:t>
            </a:r>
            <a:r>
              <a:rPr lang="en-US" dirty="0" err="1"/>
              <a:t>Perbedaan</a:t>
            </a:r>
            <a:r>
              <a:rPr lang="en-US" dirty="0"/>
              <a:t> Dari Google Maps dan </a:t>
            </a:r>
            <a:r>
              <a:rPr lang="en-US" dirty="0" err="1"/>
              <a:t>Klassifikasi</a:t>
            </a:r>
            <a:r>
              <a:rPr lang="en-US" dirty="0"/>
              <a:t> QGIS</a:t>
            </a:r>
            <a:endParaRPr dirty="0"/>
          </a:p>
        </p:txBody>
      </p:sp>
    </p:spTree>
    <p:extLst>
      <p:ext uri="{BB962C8B-B14F-4D97-AF65-F5344CB8AC3E}">
        <p14:creationId xmlns:p14="http://schemas.microsoft.com/office/powerpoint/2010/main" val="341499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3DD535-E79B-C390-0EB5-B26DB39C983E}"/>
              </a:ext>
            </a:extLst>
          </p:cNvPr>
          <p:cNvPicPr>
            <a:picLocks noChangeAspect="1"/>
          </p:cNvPicPr>
          <p:nvPr/>
        </p:nvPicPr>
        <p:blipFill>
          <a:blip r:embed="rId2"/>
          <a:stretch>
            <a:fillRect/>
          </a:stretch>
        </p:blipFill>
        <p:spPr>
          <a:xfrm>
            <a:off x="1067794" y="165400"/>
            <a:ext cx="3091252" cy="2911590"/>
          </a:xfrm>
          <a:prstGeom prst="rect">
            <a:avLst/>
          </a:prstGeom>
        </p:spPr>
      </p:pic>
      <p:pic>
        <p:nvPicPr>
          <p:cNvPr id="7" name="Picture 6">
            <a:extLst>
              <a:ext uri="{FF2B5EF4-FFF2-40B4-BE49-F238E27FC236}">
                <a16:creationId xmlns:a16="http://schemas.microsoft.com/office/drawing/2014/main" id="{3C6DDB12-8E3A-0D91-46F4-7483A9CBABB9}"/>
              </a:ext>
            </a:extLst>
          </p:cNvPr>
          <p:cNvPicPr>
            <a:picLocks noChangeAspect="1"/>
          </p:cNvPicPr>
          <p:nvPr/>
        </p:nvPicPr>
        <p:blipFill>
          <a:blip r:embed="rId3"/>
          <a:stretch>
            <a:fillRect/>
          </a:stretch>
        </p:blipFill>
        <p:spPr>
          <a:xfrm>
            <a:off x="4984956" y="247988"/>
            <a:ext cx="3234240" cy="3064792"/>
          </a:xfrm>
          <a:prstGeom prst="rect">
            <a:avLst/>
          </a:prstGeom>
        </p:spPr>
      </p:pic>
      <p:sp>
        <p:nvSpPr>
          <p:cNvPr id="9" name="Rectangle 2">
            <a:extLst>
              <a:ext uri="{FF2B5EF4-FFF2-40B4-BE49-F238E27FC236}">
                <a16:creationId xmlns:a16="http://schemas.microsoft.com/office/drawing/2014/main" id="{09ED8A99-5A0D-3C85-923A-EA88DE8A0E6B}"/>
              </a:ext>
            </a:extLst>
          </p:cNvPr>
          <p:cNvSpPr>
            <a:spLocks noGrp="1" noChangeArrowheads="1"/>
          </p:cNvSpPr>
          <p:nvPr>
            <p:ph type="title"/>
          </p:nvPr>
        </p:nvSpPr>
        <p:spPr bwMode="auto">
          <a:xfrm>
            <a:off x="457200" y="4238557"/>
            <a:ext cx="824434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Google Maps </a:t>
            </a:r>
            <a:r>
              <a:rPr kumimoji="0" lang="en-US" altLang="en-US" sz="1800" b="0" i="0" u="none" strike="noStrike" cap="none" normalizeH="0" baseline="0" dirty="0" err="1">
                <a:ln>
                  <a:noFill/>
                </a:ln>
                <a:solidFill>
                  <a:schemeClr val="tx1"/>
                </a:solidFill>
                <a:effectLst/>
                <a:latin typeface="Arial" panose="020B0604020202020204" pitchFamily="34" charset="0"/>
              </a:rPr>
              <a:t>memberikan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citra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dengan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warna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alami</a:t>
            </a:r>
            <a:r>
              <a:rPr kumimoji="0" lang="en-US" altLang="en-US" sz="1800" b="0" i="0" u="none" strike="noStrike" cap="none" normalizeH="0" baseline="0" dirty="0">
                <a:ln>
                  <a:noFill/>
                </a:ln>
                <a:solidFill>
                  <a:schemeClr val="tx1"/>
                </a:solidFill>
                <a:effectLst/>
                <a:latin typeface="Arial" panose="020B0604020202020204" pitchFamily="34" charset="0"/>
              </a:rPr>
              <a:t> yang </a:t>
            </a:r>
            <a:r>
              <a:rPr kumimoji="0" lang="en-US" altLang="en-US" sz="1800" b="0" i="0" u="none" strike="noStrike" cap="none" normalizeH="0" baseline="0" dirty="0" err="1">
                <a:ln>
                  <a:noFill/>
                </a:ln>
                <a:solidFill>
                  <a:schemeClr val="tx1"/>
                </a:solidFill>
                <a:effectLst/>
                <a:latin typeface="Arial" panose="020B0604020202020204" pitchFamily="34" charset="0"/>
              </a:rPr>
              <a:t>membantu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memahami</a:t>
            </a:r>
            <a:r>
              <a:rPr kumimoji="0" lang="en-US" altLang="en-US" sz="1800" b="0" i="0" u="none" strike="noStrike" cap="none" normalizeH="0" baseline="0" dirty="0">
                <a:ln>
                  <a:noFill/>
                </a:ln>
                <a:solidFill>
                  <a:schemeClr val="tx1"/>
                </a:solidFill>
                <a:effectLst/>
                <a:latin typeface="Arial" panose="020B0604020202020204" pitchFamily="34" charset="0"/>
              </a:rPr>
              <a:t> area </a:t>
            </a:r>
            <a:r>
              <a:rPr kumimoji="0" lang="en-US" altLang="en-US" sz="1800" b="0" i="0" u="none" strike="noStrike" cap="none" normalizeH="0" baseline="0" dirty="0" err="1">
                <a:ln>
                  <a:noFill/>
                </a:ln>
                <a:solidFill>
                  <a:schemeClr val="tx1"/>
                </a:solidFill>
                <a:effectLst/>
                <a:latin typeface="Arial" panose="020B0604020202020204" pitchFamily="34" charset="0"/>
              </a:rPr>
              <a:t>dengan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cepat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sementara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hasil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klasifikasi</a:t>
            </a:r>
            <a:r>
              <a:rPr kumimoji="0" lang="en-US" altLang="en-US" sz="1800" b="0" i="0" u="none" strike="noStrike" cap="none" normalizeH="0" baseline="0" dirty="0">
                <a:ln>
                  <a:noFill/>
                </a:ln>
                <a:solidFill>
                  <a:schemeClr val="tx1"/>
                </a:solidFill>
                <a:effectLst/>
                <a:latin typeface="Arial" panose="020B0604020202020204" pitchFamily="34" charset="0"/>
              </a:rPr>
              <a:t> di QGIS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err="1">
                <a:ln>
                  <a:noFill/>
                </a:ln>
                <a:solidFill>
                  <a:schemeClr val="tx1"/>
                </a:solidFill>
                <a:effectLst/>
                <a:latin typeface="Arial" panose="020B0604020202020204" pitchFamily="34" charset="0"/>
              </a:rPr>
              <a:t>membantu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dalam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analisis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spasial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dengan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membedakan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tipe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lahan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berdasarkan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spektrum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citra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satelit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Perbandingan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keduanya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dapat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digunakan</a:t>
            </a:r>
            <a:br>
              <a:rPr lang="en-US" altLang="en-US" sz="1800" dirty="0">
                <a:latin typeface="Arial" panose="020B0604020202020204" pitchFamily="34" charset="0"/>
              </a:rPr>
            </a:br>
            <a:r>
              <a:rPr kumimoji="0" lang="en-US" altLang="en-US" sz="1800" b="0" i="0" u="none" strike="noStrike" cap="none" normalizeH="0" baseline="0" dirty="0" err="1">
                <a:ln>
                  <a:noFill/>
                </a:ln>
                <a:solidFill>
                  <a:schemeClr val="tx1"/>
                </a:solidFill>
                <a:effectLst/>
                <a:latin typeface="Arial" panose="020B0604020202020204" pitchFamily="34" charset="0"/>
              </a:rPr>
              <a:t>untuk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validasi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hasil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klasifikasi</a:t>
            </a:r>
            <a:r>
              <a:rPr kumimoji="0" lang="en-US" altLang="en-US" sz="1800" b="0" i="0" u="none" strike="noStrike" cap="none" normalizeH="0" baseline="0" dirty="0">
                <a:ln>
                  <a:noFill/>
                </a:ln>
                <a:solidFill>
                  <a:schemeClr val="tx1"/>
                </a:solidFill>
                <a:effectLst/>
                <a:latin typeface="Arial" panose="020B0604020202020204" pitchFamily="34" charset="0"/>
              </a:rPr>
              <a:t> dan </a:t>
            </a:r>
            <a:r>
              <a:rPr kumimoji="0" lang="en-US" altLang="en-US" sz="1800" b="0" i="0" u="none" strike="noStrike" cap="none" normalizeH="0" baseline="0" dirty="0" err="1">
                <a:ln>
                  <a:noFill/>
                </a:ln>
                <a:solidFill>
                  <a:schemeClr val="tx1"/>
                </a:solidFill>
                <a:effectLst/>
                <a:latin typeface="Arial" panose="020B0604020202020204" pitchFamily="34" charset="0"/>
              </a:rPr>
              <a:t>memastikan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bahwa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metode</a:t>
            </a:r>
            <a:r>
              <a:rPr kumimoji="0" lang="en-US" altLang="en-US" sz="1800" b="0" i="0" u="none" strike="noStrike" cap="none" normalizeH="0" baseline="0" dirty="0">
                <a:ln>
                  <a:noFill/>
                </a:ln>
                <a:solidFill>
                  <a:schemeClr val="tx1"/>
                </a:solidFill>
                <a:effectLst/>
                <a:latin typeface="Arial" panose="020B0604020202020204" pitchFamily="34" charset="0"/>
              </a:rPr>
              <a:t> yang </a:t>
            </a:r>
            <a:r>
              <a:rPr kumimoji="0" lang="en-US" altLang="en-US" sz="1800" b="0" i="0" u="none" strike="noStrike" cap="none" normalizeH="0" baseline="0" dirty="0" err="1">
                <a:ln>
                  <a:noFill/>
                </a:ln>
                <a:solidFill>
                  <a:schemeClr val="tx1"/>
                </a:solidFill>
                <a:effectLst/>
                <a:latin typeface="Arial" panose="020B0604020202020204" pitchFamily="34" charset="0"/>
              </a:rPr>
              <a:t>digunakan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sudah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sesuai</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TotalTime>
  <Words>188</Words>
  <Application>Microsoft Office PowerPoint</Application>
  <PresentationFormat>On-screen Show (4:3)</PresentationFormat>
  <Paragraphs>19</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UAS SISTEM TERDISTRIBUSI</vt:lpstr>
      <vt:lpstr>TUGAS</vt:lpstr>
      <vt:lpstr>QGIS?</vt:lpstr>
      <vt:lpstr>Landsat 8 OLI/TIRS</vt:lpstr>
      <vt:lpstr>Tahapan</vt:lpstr>
      <vt:lpstr>Berikut adalah video tahapannya</vt:lpstr>
      <vt:lpstr>Hasil Perbedaan Dari Google Maps dan Klassifikasi QGIS</vt:lpstr>
      <vt:lpstr>Google Maps memberikan citra dengan warna alami yang membantu memahami area dengan cepat, sementara hasil klasifikasi di QGIS membantu dalam analisis spasial dengan membedakan tipe lahan berdasarkan spektrum citra satelit. Perbandingan keduanya dapat digunakan untuk validasi hasil klasifikasi dan memastikan bahwa metode yang digunakan sudah sesuai.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Mahesa dias</cp:lastModifiedBy>
  <cp:revision>2</cp:revision>
  <dcterms:created xsi:type="dcterms:W3CDTF">2013-01-27T09:14:16Z</dcterms:created>
  <dcterms:modified xsi:type="dcterms:W3CDTF">2025-02-12T06:28:19Z</dcterms:modified>
  <cp:category/>
</cp:coreProperties>
</file>